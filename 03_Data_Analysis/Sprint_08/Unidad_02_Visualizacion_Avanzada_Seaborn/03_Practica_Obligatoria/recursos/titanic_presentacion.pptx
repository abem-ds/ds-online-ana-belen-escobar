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desplazar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las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D018DC-B906-4AF0-B734-76D17CD44308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ACE026-25E8-4DFE-8F1C-BB8D98908E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C0900D-5880-4B43-8518-6C01A54740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F6629E-379D-47C9-8B11-2F28D73A51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20770-CF31-485E-B54E-5569A645A6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220EFD-2C85-4E33-B48E-91FA95B633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B155A9-CC40-4CDD-9333-F8213CBF7D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del texto 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3474720"/>
            <a:ext cx="9143640" cy="5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914400"/>
            <a:ext cx="7863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18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TITANIC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210312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Análisis de Supervivencia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393192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RMS Titanic · 15 de abril de 1912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20040" y="255960"/>
            <a:ext cx="8503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1. Una catástrofe con altísima mortalidad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20040" y="96012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 los 891 pasajeros registrados, solo el 40.4% sobrevivió. El Titanic se hundió en menos de 3 horas.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320040" y="2286000"/>
            <a:ext cx="1828440" cy="1462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320040" y="23774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59.6%</a:t>
            </a:r>
            <a:endParaRPr lang="es-E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320040" y="306324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Fallecidos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2331720" y="2286000"/>
            <a:ext cx="1828440" cy="1462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2331720" y="237744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40.4%</a:t>
            </a:r>
            <a:endParaRPr lang="es-E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2331720" y="306324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Supervivientes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4572000" y="822960"/>
            <a:ext cx="429732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9"/>
          <p:cNvSpPr/>
          <p:nvPr/>
        </p:nvSpPr>
        <p:spPr>
          <a:xfrm>
            <a:off x="320040" y="475488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Fuente: dataset Titanic (seaborn)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20040" y="255960"/>
            <a:ext cx="8503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2. "Las mujeres y los niños primero"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320040" y="960120"/>
            <a:ext cx="3931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Los datos respaldan el protocolo: mujeres (75.3%) y niños (59%) tuvieron tasas de supervivencia muy superiores a los hombres (20.5%).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320040" y="2423160"/>
            <a:ext cx="1234080" cy="1188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320040" y="2487240"/>
            <a:ext cx="1234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75.3%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320040" y="30175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Mujeres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1737360" y="2423160"/>
            <a:ext cx="1234080" cy="1188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1737360" y="2487240"/>
            <a:ext cx="1234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59.0%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1737360" y="30175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Niños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3154680" y="2423160"/>
            <a:ext cx="1234080" cy="1188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3154680" y="2487240"/>
            <a:ext cx="1234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20.5%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3154680" y="30175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Hombres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1"/>
          <a:stretch/>
        </p:blipFill>
        <p:spPr>
          <a:xfrm>
            <a:off x="4572000" y="822960"/>
            <a:ext cx="429732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2"/>
          <p:cNvSpPr/>
          <p:nvPr/>
        </p:nvSpPr>
        <p:spPr>
          <a:xfrm>
            <a:off x="320040" y="475488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Fuente: dataset Titanic (seaborn)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20040" y="255960"/>
            <a:ext cx="8503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3. La clase del billete, un factor decisivo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320040" y="96012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Un pasajero de 1ª clase tenía un 65.2% de probabilidad de sobrevivir. En 3ª clase, esa cifra caía al 23.9%.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320040" y="2423160"/>
            <a:ext cx="1234080" cy="11883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320040" y="2487240"/>
            <a:ext cx="1234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65.2%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320040" y="30175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1ª Clase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1737360" y="2423160"/>
            <a:ext cx="1234080" cy="1188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1737360" y="2487240"/>
            <a:ext cx="1234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48.0%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1737360" y="30175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2ª Clase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3154680" y="2423160"/>
            <a:ext cx="1234080" cy="1188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3154680" y="2487240"/>
            <a:ext cx="1234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23.9%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3154680" y="30175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3ª Clase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4480560" y="777240"/>
            <a:ext cx="448020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2"/>
          <p:cNvSpPr/>
          <p:nvPr/>
        </p:nvSpPr>
        <p:spPr>
          <a:xfrm>
            <a:off x="320040" y="475488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Fuente: dataset Titanic (seaborn)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20040" y="255960"/>
            <a:ext cx="8503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4. La clase explica las diferencias entre grupos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320040" y="960120"/>
            <a:ext cx="40230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 1ª y 2ª clase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mujeres y niños se salvaron de manera abrumadora. En </a:t>
            </a:r>
            <a:r>
              <a:rPr lang="en-US" sz="14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3ª clase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la diferencia se colapsa: todos tenían pocas opciones.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320040" y="2194560"/>
            <a:ext cx="850356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3"/>
          <p:cNvSpPr/>
          <p:nvPr/>
        </p:nvSpPr>
        <p:spPr>
          <a:xfrm>
            <a:off x="320040" y="475488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Fuente: dataset Titanic (seaborn)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320040" y="255960"/>
            <a:ext cx="8503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5. El puerto embarca clase, no suerte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320040" y="960120"/>
            <a:ext cx="8503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A9D8F"/>
                </a:solidFill>
                <a:effectLst/>
                <a:uFillTx/>
                <a:latin typeface="Calibri"/>
                <a:ea typeface="Calibri"/>
              </a:rPr>
              <a:t>Cherburgo (C)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tiene la mayor supervivencia y también el mayor porcentaje de pasajeros de 1ª clase (56%). El puerto en sí no fue la variable relevante; fue el </a:t>
            </a: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tipo de pasaje.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914400" y="2011680"/>
            <a:ext cx="731484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3"/>
          <p:cNvSpPr/>
          <p:nvPr/>
        </p:nvSpPr>
        <p:spPr>
          <a:xfrm>
            <a:off x="320040" y="475488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Fuente: dataset Titanic (seaborn)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2026-05-22T12:53:17Z</dcterms:created>
  <dc:creator>PptxGenJS</dc:creator>
  <dc:description/>
  <dc:language>es-ES</dc:language>
  <cp:lastModifiedBy>PptxGenJS</cp:lastModifiedBy>
  <dcterms:modified xsi:type="dcterms:W3CDTF">2026-05-22T12:53:17Z</dcterms:modified>
  <cp:revision>1</cp:revision>
  <dc:subject>PptxGenJS Presentation</dc:subject>
  <dc:title>Titanic – Análisis de Supervivencia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